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428B5-7EF8-A2AE-20D3-BA0E5F07D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F45A13-1216-FB36-360F-905A79DFE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72E8C-CBCF-5578-B5EB-0A75A242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EB54A-C8C6-86A5-B9B5-A5D2BE54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6421F-26B6-6961-41E6-C655AF93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02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4E279-33ED-C271-C9D4-BD76E015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47F0B5-F529-149F-1C15-29BB9E22B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75BB5-CD0C-35B1-847E-EDEAEB86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F5C5A-E230-712E-B99F-DE66E472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02ECF-1D5E-76C4-B733-A0A6E0D3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50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A7E1-B81A-E37C-1DFC-CD65D29A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3EE7A-6E3E-1C47-EB35-7C53837FA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102A22-F3DE-8521-3257-2C1C848A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8FD69-AF7C-84CE-304A-4709CE4C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5B823-252A-1B61-5F71-E3CEF73C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26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0EA62-F273-563C-1BBE-A0F2E34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506C4-D29F-AA58-D09B-1783D5BB5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2A8C83-343F-C0EC-5F2D-80DA0A829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227D97-EF9B-AEE7-F33D-CDF8E290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5DEF0D-F9EC-244F-6831-58823FED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A3AB93-B0B0-EEE8-20A7-E0C70901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18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AE29C-F488-CDC0-4A00-73EF995C4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F5E6A5-2E03-F1FE-6268-B179AF3D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32243-066E-DF89-3B5D-0E51DE347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A15E37-FD38-756E-E378-6E6A6563D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B6A900-8426-F3CE-4F0D-86DA2586E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83F43E-32D9-490A-F5F9-EE8FDC3B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2C5175-68FD-97D0-E646-B8192396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2A883D-F9AF-B2D3-3E37-A2BF18C7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1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97C9D-9690-6465-5E33-A17C0A12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63A0AD-C693-00E1-F9A7-B2A5D582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D09EDF-FF23-B4CF-6AE6-E885CD0F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9276D1-C30D-2753-5416-E37EF5E5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50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83411B-22DF-0857-DAEE-6C611365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4DD567-5AB8-F433-E6A4-29BFB7F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0A4670-6170-0218-6123-EBDC155F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71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D08FD-D42A-570A-EDCC-70A91689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073B9-6D58-994D-8B29-1D416F9CC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C9240-F140-D39F-2308-98E9DBF8E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4CC075-2362-9CAC-F401-505DC107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66A12F-AA5C-14F2-55B0-1EE61064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3FE571-CAD5-95CA-923B-5E5A7BC2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11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42924-32BE-E76D-09DB-6C1CA70A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0BD796-74AC-9954-9BDA-7857159CB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B99975-7859-F513-F20A-86093E321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8A41A1-CCD7-C1D7-9A76-BEA7F284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39A240-0271-3273-CE22-3983B279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61677D-B711-1A79-63E1-DEBE50FF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14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D0AFC-1373-F654-DF87-2D063C39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3EE6CF-E092-B231-22D1-6587DC39F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6A985-BE72-C469-A6B0-82226C0A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C2502-0A4A-17B0-BC97-021A9BFE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9B545-4984-1BA1-1A61-21423426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49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78DB21-CD91-126B-6968-278B80BAC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3B9D79-60B2-FB4B-BB36-4B71C3DFC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D3D266-4B34-78F0-AF4B-31686DBD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39641-43F8-E776-88E8-37626A8B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3F533-5888-4C8A-1A21-99FDD8E3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0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7EAC5A-9878-AE1C-F450-F1D198DA2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6ABB2A-86D6-FA50-E165-D37FD7DE7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512EA-ED7C-D608-C1BE-9BB77AFF7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61E48-E987-4DB0-9BE2-1BC860A03926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B0217-622E-F519-9074-439DE6594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D0C8D-4112-A10B-D84E-1BE2D9B94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5938C-8CE9-4DCA-B92A-442589DCB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15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6392A-E8AC-90A6-0C63-D12C34C91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자동 얼굴 </a:t>
            </a:r>
            <a:r>
              <a:rPr lang="ko-KR" altLang="en-US" sz="4800" dirty="0" err="1"/>
              <a:t>블러</a:t>
            </a:r>
            <a:r>
              <a:rPr lang="ko-KR" altLang="en-US" sz="4800" dirty="0"/>
              <a:t> 처리 기반</a:t>
            </a:r>
            <a:br>
              <a:rPr lang="en-US" altLang="ko-KR" sz="4800" dirty="0"/>
            </a:br>
            <a:r>
              <a:rPr lang="ko-KR" altLang="en-US" sz="4800" dirty="0"/>
              <a:t>개인정보 보호 영상 편집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97C3FB-4C14-E04F-CFA5-B70E5B870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algn="r"/>
            <a:r>
              <a:rPr lang="ko-KR" altLang="en-US" sz="2000" dirty="0"/>
              <a:t>정보보안학과 </a:t>
            </a:r>
            <a:r>
              <a:rPr lang="en-US" altLang="ko-KR" sz="2000" dirty="0"/>
              <a:t>220536 </a:t>
            </a:r>
            <a:r>
              <a:rPr lang="ko-KR" altLang="en-US" sz="2000" dirty="0"/>
              <a:t>윤성빈</a:t>
            </a:r>
            <a:endParaRPr lang="en-US" altLang="ko-KR" sz="2000" dirty="0"/>
          </a:p>
          <a:p>
            <a:pPr lvl="1" algn="r"/>
            <a:r>
              <a:rPr lang="en-US" altLang="ko-KR" sz="1800" dirty="0"/>
              <a:t>2025</a:t>
            </a:r>
            <a:r>
              <a:rPr lang="ko-KR" altLang="en-US" sz="1800" dirty="0"/>
              <a:t>년 졸업작품 발표</a:t>
            </a:r>
          </a:p>
        </p:txBody>
      </p:sp>
    </p:spTree>
    <p:extLst>
      <p:ext uri="{BB962C8B-B14F-4D97-AF65-F5344CB8AC3E}">
        <p14:creationId xmlns:p14="http://schemas.microsoft.com/office/powerpoint/2010/main" val="576548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13DD0-76CE-0A5F-7398-555E8637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정의 </a:t>
            </a:r>
            <a:r>
              <a:rPr lang="en-US" altLang="ko-KR" dirty="0"/>
              <a:t>&amp; </a:t>
            </a:r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0C2D1-6A86-EB14-581E-794A6AD01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b="1" dirty="0"/>
              <a:t>문제 정의</a:t>
            </a:r>
            <a:endParaRPr lang="en-US" altLang="ko-KR" sz="2400" b="1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개인정보 </a:t>
            </a:r>
            <a:r>
              <a:rPr lang="ko-KR" altLang="en-US" sz="2000"/>
              <a:t>보호의 어려움</a:t>
            </a:r>
            <a:endParaRPr lang="en-US" altLang="ko-KR" sz="2000" b="1" strike="sngStrike" dirty="0"/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CCTV, </a:t>
            </a:r>
            <a:r>
              <a:rPr lang="ko-KR" altLang="en-US" sz="1600" dirty="0"/>
              <a:t>수술실 영상 반출 시 수작업 </a:t>
            </a:r>
            <a:r>
              <a:rPr lang="ko-KR" altLang="en-US" sz="1600" dirty="0" err="1"/>
              <a:t>블러</a:t>
            </a:r>
            <a:r>
              <a:rPr lang="ko-KR" altLang="en-US" sz="1600" dirty="0"/>
              <a:t> 처리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 err="1">
                <a:sym typeface="Wingdings" panose="05000000000000000000" pitchFamily="2" charset="2"/>
              </a:rPr>
              <a:t>시간〮노력</a:t>
            </a:r>
            <a:r>
              <a:rPr lang="ko-KR" altLang="en-US" sz="1600" dirty="0">
                <a:sym typeface="Wingdings" panose="05000000000000000000" pitchFamily="2" charset="2"/>
              </a:rPr>
              <a:t> 낭비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ko-KR" altLang="en-US" sz="1600" dirty="0">
                <a:sym typeface="Wingdings" panose="05000000000000000000" pitchFamily="2" charset="2"/>
              </a:rPr>
              <a:t>인터넷에 한 번 올라간 영상은 영구 삭제 어려움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ko-KR" altLang="en-US" sz="2000" dirty="0">
                <a:sym typeface="Wingdings" panose="05000000000000000000" pitchFamily="2" charset="2"/>
              </a:rPr>
              <a:t>사회적 이슈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ko-KR" altLang="en-US" sz="1600" dirty="0">
                <a:sym typeface="Wingdings" panose="05000000000000000000" pitchFamily="2" charset="2"/>
              </a:rPr>
              <a:t>혐오</a:t>
            </a:r>
            <a:r>
              <a:rPr lang="en-US" altLang="ko-KR" sz="1600" dirty="0"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ym typeface="Wingdings" panose="05000000000000000000" pitchFamily="2" charset="2"/>
              </a:rPr>
              <a:t>논란 등 이슈 영상의 무분별한 공유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ko-KR" altLang="en-US" sz="1600" dirty="0">
                <a:sym typeface="Wingdings" panose="05000000000000000000" pitchFamily="2" charset="2"/>
              </a:rPr>
              <a:t>일반 사용자들의 사생활 침해 방지 인식 부족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ym typeface="Wingdings" panose="05000000000000000000" pitchFamily="2" charset="2"/>
              </a:rPr>
              <a:t>배경</a:t>
            </a:r>
            <a:endParaRPr lang="en-US" altLang="ko-KR" sz="2400" b="1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ko-KR" altLang="en-US" sz="2000" dirty="0">
                <a:sym typeface="Wingdings" panose="05000000000000000000" pitchFamily="2" charset="2"/>
              </a:rPr>
              <a:t>영상 개인정보 보호는 필수지만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수작업 편집은 너무 번거롭고 시간이 오래 걸림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116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A2320-EF5A-D602-9B8A-A4195C72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및 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8A7AF-8DBA-EE05-F88C-316817A6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사용자는 영상만 업로드하면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자동 얼굴 탐지 </a:t>
            </a:r>
            <a:r>
              <a:rPr lang="en-US" altLang="ko-KR" sz="2400" dirty="0">
                <a:sym typeface="Wingdings" panose="05000000000000000000" pitchFamily="2" charset="2"/>
              </a:rPr>
              <a:t>&amp; </a:t>
            </a:r>
            <a:r>
              <a:rPr lang="ko-KR" altLang="en-US" sz="2400" dirty="0" err="1">
                <a:sym typeface="Wingdings" panose="05000000000000000000" pitchFamily="2" charset="2"/>
              </a:rPr>
              <a:t>블러</a:t>
            </a:r>
            <a:r>
              <a:rPr lang="ko-KR" altLang="en-US" sz="2400" dirty="0">
                <a:sym typeface="Wingdings" panose="05000000000000000000" pitchFamily="2" charset="2"/>
              </a:rPr>
              <a:t> 처리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필요할 때만 간단한 편집으로 범위</a:t>
            </a:r>
            <a:r>
              <a:rPr lang="en-US" altLang="ko-KR" sz="2400" dirty="0">
                <a:sym typeface="Wingdings" panose="05000000000000000000" pitchFamily="2" charset="2"/>
              </a:rPr>
              <a:t>/</a:t>
            </a:r>
            <a:r>
              <a:rPr lang="ko-KR" altLang="en-US" sz="2400" dirty="0">
                <a:sym typeface="Wingdings" panose="05000000000000000000" pitchFamily="2" charset="2"/>
              </a:rPr>
              <a:t>대상 수정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최종 영상은 한 번의 클릭으로 다운로드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ym typeface="Wingdings" panose="05000000000000000000" pitchFamily="2" charset="2"/>
              </a:rPr>
              <a:t>공공기관〮의료기관〮일반</a:t>
            </a:r>
            <a:r>
              <a:rPr lang="ko-KR" altLang="en-US" sz="2400" dirty="0">
                <a:sym typeface="Wingdings" panose="05000000000000000000" pitchFamily="2" charset="2"/>
              </a:rPr>
              <a:t> 사용자 모두에게 간편한 웹 기반 서비스 제공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409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ECF44-C8F3-3A1F-7AD5-B8FD2084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개요 </a:t>
            </a:r>
            <a:r>
              <a:rPr lang="en-US" altLang="ko-KR" dirty="0"/>
              <a:t>/ </a:t>
            </a:r>
            <a:r>
              <a:rPr lang="ko-KR" altLang="en-US" dirty="0"/>
              <a:t>아키텍처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B33551-C3C8-7995-D688-8F59EF732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사용자 흐름</a:t>
            </a:r>
            <a:r>
              <a:rPr lang="en-US" altLang="ko-KR" sz="2400" dirty="0"/>
              <a:t>:</a:t>
            </a:r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ko-KR" altLang="en-US" sz="2000" dirty="0"/>
              <a:t>영상 업로드</a:t>
            </a:r>
            <a:endParaRPr lang="en-US" altLang="ko-KR" sz="2000" dirty="0"/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ko-KR" altLang="en-US" sz="2000" dirty="0"/>
              <a:t>서버에서 프레임 추출 및 얼굴 탐지</a:t>
            </a:r>
            <a:endParaRPr lang="en-US" altLang="ko-KR" sz="2000" dirty="0"/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ko-KR" altLang="en-US" sz="2000" dirty="0"/>
              <a:t>편집 </a:t>
            </a:r>
            <a:r>
              <a:rPr lang="en-US" altLang="ko-KR" sz="2000" dirty="0"/>
              <a:t>UI(</a:t>
            </a:r>
            <a:r>
              <a:rPr lang="ko-KR" altLang="en-US" sz="2000" dirty="0"/>
              <a:t>체크박스</a:t>
            </a:r>
            <a:r>
              <a:rPr lang="en-US" altLang="ko-KR" sz="2000" dirty="0"/>
              <a:t>/</a:t>
            </a:r>
            <a:r>
              <a:rPr lang="ko-KR" altLang="en-US" sz="2000" dirty="0"/>
              <a:t>타임라인</a:t>
            </a:r>
            <a:r>
              <a:rPr lang="en-US" altLang="ko-KR" sz="2000" dirty="0"/>
              <a:t>)</a:t>
            </a:r>
            <a:r>
              <a:rPr lang="ko-KR" altLang="en-US" sz="2000" dirty="0"/>
              <a:t>에서 수정</a:t>
            </a:r>
            <a:endParaRPr lang="en-US" altLang="ko-KR" sz="2000" dirty="0"/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ko-KR" altLang="en-US" sz="2000" dirty="0" err="1"/>
              <a:t>블러</a:t>
            </a:r>
            <a:r>
              <a:rPr lang="ko-KR" altLang="en-US" sz="2000" dirty="0"/>
              <a:t> 처리 후 최종 영상 생성</a:t>
            </a:r>
            <a:endParaRPr lang="en-US" altLang="ko-KR" sz="2000" dirty="0"/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ko-KR" altLang="en-US" sz="2000" dirty="0"/>
              <a:t>다운로드</a:t>
            </a:r>
            <a:endParaRPr lang="en-US" altLang="ko-KR" sz="2000" dirty="0"/>
          </a:p>
          <a:p>
            <a:pPr marL="914400" lvl="1" indent="-457200">
              <a:lnSpc>
                <a:spcPct val="100000"/>
              </a:lnSpc>
              <a:buAutoNum type="arabicPeriod"/>
            </a:pP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아키텍처 다이어그램</a:t>
            </a:r>
            <a:r>
              <a:rPr lang="en-US" altLang="ko-KR" sz="2400" dirty="0"/>
              <a:t>(</a:t>
            </a:r>
            <a:r>
              <a:rPr lang="ko-KR" altLang="en-US" sz="2400" dirty="0"/>
              <a:t>텍스트 설명</a:t>
            </a:r>
            <a:r>
              <a:rPr lang="en-US" altLang="ko-KR" sz="24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React </a:t>
            </a:r>
            <a:r>
              <a:rPr lang="ko-KR" altLang="en-US" sz="2000" dirty="0" err="1"/>
              <a:t>프론트엔드</a:t>
            </a:r>
            <a:r>
              <a:rPr lang="ko-KR" altLang="en-US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Flask API </a:t>
            </a:r>
            <a:r>
              <a:rPr lang="ko-KR" altLang="en-US" sz="2000" dirty="0">
                <a:sym typeface="Wingdings" panose="05000000000000000000" pitchFamily="2" charset="2"/>
              </a:rPr>
              <a:t>서버 </a:t>
            </a:r>
            <a:r>
              <a:rPr lang="en-US" altLang="ko-KR" sz="2000" dirty="0">
                <a:sym typeface="Wingdings" panose="05000000000000000000" pitchFamily="2" charset="2"/>
              </a:rPr>
              <a:t> OpenCV/</a:t>
            </a:r>
            <a:r>
              <a:rPr lang="en-US" altLang="ko-KR" sz="2000" dirty="0" err="1">
                <a:sym typeface="Wingdings" panose="05000000000000000000" pitchFamily="2" charset="2"/>
              </a:rPr>
              <a:t>FFmpeg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ym typeface="Wingdings" panose="05000000000000000000" pitchFamily="2" charset="2"/>
              </a:rPr>
              <a:t>처리 </a:t>
            </a:r>
            <a:r>
              <a:rPr lang="en-US" altLang="ko-KR" sz="2000" dirty="0">
                <a:sym typeface="Wingdings" panose="05000000000000000000" pitchFamily="2" charset="2"/>
              </a:rPr>
              <a:t> SQLite DB </a:t>
            </a:r>
            <a:r>
              <a:rPr lang="ko-KR" altLang="en-US" sz="2000" dirty="0">
                <a:sym typeface="Wingdings" panose="05000000000000000000" pitchFamily="2" charset="2"/>
              </a:rPr>
              <a:t>관리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7286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83D27-2CCC-13F3-BA43-334CFA48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F8BE4A-3B44-C61F-3417-B73F54F1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343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자동 얼굴 탐지</a:t>
            </a:r>
            <a:r>
              <a:rPr lang="en-US" altLang="ko-KR" sz="2400" dirty="0"/>
              <a:t>: </a:t>
            </a:r>
            <a:r>
              <a:rPr lang="ko-KR" altLang="en-US" sz="2400" dirty="0"/>
              <a:t>프레임 단위 탐지 로그 생성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편집 기능</a:t>
            </a:r>
            <a:r>
              <a:rPr lang="en-US" altLang="ko-KR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탐지된 얼굴 리스트 </a:t>
            </a:r>
            <a:r>
              <a:rPr lang="en-US" altLang="ko-KR" sz="2000" dirty="0"/>
              <a:t>&amp; </a:t>
            </a:r>
            <a:r>
              <a:rPr lang="ko-KR" altLang="en-US" sz="2000" dirty="0"/>
              <a:t>체크박스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타임라인에서 등장 구간 시각화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 err="1"/>
              <a:t>블러</a:t>
            </a:r>
            <a:r>
              <a:rPr lang="ko-KR" altLang="en-US" sz="2000" dirty="0"/>
              <a:t> 범위</a:t>
            </a:r>
            <a:r>
              <a:rPr lang="en-US" altLang="ko-KR" sz="2000" dirty="0"/>
              <a:t>/</a:t>
            </a:r>
            <a:r>
              <a:rPr lang="ko-KR" altLang="en-US" sz="2000" dirty="0"/>
              <a:t>적용 여부 조정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진행률 표시</a:t>
            </a:r>
            <a:r>
              <a:rPr lang="en-US" altLang="ko-KR" sz="2400" dirty="0"/>
              <a:t>: </a:t>
            </a:r>
            <a:r>
              <a:rPr lang="ko-KR" altLang="en-US" sz="2400" dirty="0"/>
              <a:t>처리 상태와 </a:t>
            </a:r>
            <a:r>
              <a:rPr lang="en-US" altLang="ko-KR" sz="2400" dirty="0"/>
              <a:t>% </a:t>
            </a:r>
            <a:r>
              <a:rPr lang="ko-KR" altLang="en-US" sz="2400" dirty="0"/>
              <a:t>실시간 업데이트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최종 영상 생성 및 다운로드</a:t>
            </a:r>
            <a:r>
              <a:rPr lang="en-US" altLang="ko-KR" sz="2400" dirty="0"/>
              <a:t>: </a:t>
            </a:r>
            <a:r>
              <a:rPr lang="ko-KR" altLang="en-US" sz="2400" dirty="0"/>
              <a:t>서버에서 후처리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 err="1">
                <a:sym typeface="Wingdings" panose="05000000000000000000" pitchFamily="2" charset="2"/>
              </a:rPr>
              <a:t>FFmpeg</a:t>
            </a:r>
            <a:r>
              <a:rPr lang="ko-KR" altLang="en-US" sz="2400" dirty="0">
                <a:sym typeface="Wingdings" panose="05000000000000000000" pitchFamily="2" charset="2"/>
              </a:rPr>
              <a:t>으로 </a:t>
            </a:r>
            <a:r>
              <a:rPr lang="en-US" altLang="ko-KR" sz="2400" dirty="0">
                <a:sym typeface="Wingdings" panose="05000000000000000000" pitchFamily="2" charset="2"/>
              </a:rPr>
              <a:t>MP4</a:t>
            </a:r>
            <a:r>
              <a:rPr lang="ko-KR" altLang="en-US" sz="2400" dirty="0">
                <a:sym typeface="Wingdings" panose="05000000000000000000" pitchFamily="2" charset="2"/>
              </a:rPr>
              <a:t> 렌더링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684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9DBA5-300A-CC69-61D2-AE06AA89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스택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3A21DC15-C0D9-36E7-5FD8-D040F1166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652133"/>
              </p:ext>
            </p:extLst>
          </p:nvPr>
        </p:nvGraphicFramePr>
        <p:xfrm>
          <a:off x="1056000" y="1969397"/>
          <a:ext cx="1008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0000">
                  <a:extLst>
                    <a:ext uri="{9D8B030D-6E8A-4147-A177-3AD203B41FA5}">
                      <a16:colId xmlns:a16="http://schemas.microsoft.com/office/drawing/2014/main" val="726342629"/>
                    </a:ext>
                  </a:extLst>
                </a:gridCol>
                <a:gridCol w="3360000">
                  <a:extLst>
                    <a:ext uri="{9D8B030D-6E8A-4147-A177-3AD203B41FA5}">
                      <a16:colId xmlns:a16="http://schemas.microsoft.com/office/drawing/2014/main" val="4189138107"/>
                    </a:ext>
                  </a:extLst>
                </a:gridCol>
                <a:gridCol w="3360000">
                  <a:extLst>
                    <a:ext uri="{9D8B030D-6E8A-4147-A177-3AD203B41FA5}">
                      <a16:colId xmlns:a16="http://schemas.microsoft.com/office/drawing/2014/main" val="60243573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903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프론트엔드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React, HTML/JS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영상 표시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편집 </a:t>
                      </a:r>
                      <a:r>
                        <a:rPr lang="en-US" altLang="ko-KR"/>
                        <a:t>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3028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/>
                        <a:t>백엔드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Python, 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API </a:t>
                      </a:r>
                      <a:r>
                        <a:rPr lang="ko-KR" altLang="en-US"/>
                        <a:t>서버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처리 로직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8028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영상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OpenCV, </a:t>
                      </a:r>
                      <a:r>
                        <a:rPr lang="en-US" dirty="0" err="1"/>
                        <a:t>FFmpeg</a:t>
                      </a:r>
                      <a:r>
                        <a:rPr lang="en-US" dirty="0"/>
                        <a:t>, YOLO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얼굴 탐지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블러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영상 합성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863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Job, Detection, Edit </a:t>
                      </a:r>
                      <a:r>
                        <a:rPr lang="ko-KR" altLang="en-US" dirty="0"/>
                        <a:t>로그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53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89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700E0-6ABC-1686-224D-7F17617E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  <a:r>
              <a:rPr lang="en-US" altLang="ko-KR" dirty="0"/>
              <a:t> </a:t>
            </a:r>
            <a:r>
              <a:rPr lang="ko-KR" altLang="en-US" dirty="0"/>
              <a:t>화면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54BD8-7369-0717-7E9F-6D61A36C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ko-KR" altLang="en-US" sz="2400" dirty="0"/>
              <a:t>업로드 화면</a:t>
            </a:r>
            <a:r>
              <a:rPr lang="en-US" altLang="ko-KR" sz="2400" dirty="0"/>
              <a:t>: </a:t>
            </a:r>
            <a:r>
              <a:rPr lang="ko-KR" altLang="en-US" sz="2400" dirty="0"/>
              <a:t>영상 선택 후 업로드</a:t>
            </a:r>
            <a:endParaRPr lang="en-US" altLang="ko-KR" sz="24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ko-KR" altLang="en-US" sz="2400" dirty="0"/>
              <a:t>탐지 결과 표시</a:t>
            </a:r>
            <a:r>
              <a:rPr lang="en-US" altLang="ko-KR" sz="2400" dirty="0"/>
              <a:t>: </a:t>
            </a:r>
            <a:r>
              <a:rPr lang="ko-KR" altLang="en-US" sz="2400" dirty="0"/>
              <a:t>초록색 </a:t>
            </a:r>
            <a:r>
              <a:rPr lang="en-US" altLang="ko-KR" sz="2400" dirty="0" err="1"/>
              <a:t>bbox</a:t>
            </a:r>
            <a:r>
              <a:rPr lang="ko-KR" altLang="en-US" sz="2400" dirty="0"/>
              <a:t>와 객체 리스트</a:t>
            </a:r>
            <a:endParaRPr lang="en-US" altLang="ko-KR" sz="24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ko-KR" altLang="en-US" sz="2400" dirty="0"/>
              <a:t>편집 </a:t>
            </a:r>
            <a:r>
              <a:rPr lang="en-US" altLang="ko-KR" sz="2400" dirty="0"/>
              <a:t>UI: </a:t>
            </a:r>
            <a:r>
              <a:rPr lang="ko-KR" altLang="en-US" sz="2400" dirty="0" err="1"/>
              <a:t>체크박스〮타임라인</a:t>
            </a:r>
            <a:r>
              <a:rPr lang="ko-KR" altLang="en-US" sz="2400" dirty="0"/>
              <a:t> 조작</a:t>
            </a:r>
            <a:endParaRPr lang="en-US" altLang="ko-KR" sz="24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ko-KR" altLang="en-US" sz="2400" dirty="0"/>
              <a:t>다운로드 화면</a:t>
            </a:r>
            <a:r>
              <a:rPr lang="en-US" altLang="ko-KR" sz="2400" dirty="0"/>
              <a:t>: </a:t>
            </a:r>
            <a:r>
              <a:rPr lang="ko-KR" altLang="en-US" sz="2400" dirty="0"/>
              <a:t>최종 영상 저장 버튼</a:t>
            </a:r>
            <a:endParaRPr lang="en-US" altLang="ko-KR" sz="2400" dirty="0"/>
          </a:p>
          <a:p>
            <a:pPr marL="514350" indent="-514350">
              <a:lnSpc>
                <a:spcPct val="100000"/>
              </a:lnSpc>
              <a:buAutoNum type="arabicPeriod"/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/>
              <a:t>(</a:t>
            </a:r>
            <a:r>
              <a:rPr lang="ko-KR" altLang="en-US" sz="2400" dirty="0"/>
              <a:t>실제 스크린샷 또는 </a:t>
            </a:r>
            <a:r>
              <a:rPr lang="en-US" altLang="ko-KR" sz="2400" dirty="0"/>
              <a:t>GIF </a:t>
            </a:r>
            <a:r>
              <a:rPr lang="ko-KR" altLang="en-US" sz="2400" dirty="0"/>
              <a:t>삽입하기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760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33B6A-3D4E-8C96-B382-39DD9A9E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 효과 </a:t>
            </a:r>
            <a:r>
              <a:rPr lang="en-US" altLang="ko-KR" dirty="0"/>
              <a:t>&amp; </a:t>
            </a:r>
            <a:r>
              <a:rPr lang="ko-KR" altLang="en-US" dirty="0"/>
              <a:t>활용 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FC172-51CD-23C1-2A27-6E06810A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시간 절약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공공기관〮의료기관의</a:t>
            </a:r>
            <a:r>
              <a:rPr lang="ko-KR" altLang="en-US" sz="2400" dirty="0"/>
              <a:t> 수작업 편집 부담 감소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개인정보 보호 강화</a:t>
            </a:r>
            <a:r>
              <a:rPr lang="en-US" altLang="ko-KR" sz="2400" dirty="0"/>
              <a:t>: SNS〮</a:t>
            </a:r>
            <a:r>
              <a:rPr lang="ko-KR" altLang="en-US" sz="2400" dirty="0"/>
              <a:t>커뮤니티 업로드 영상의 사생활 침해 방지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13900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2AFCB-A5B3-587C-BC23-07433255B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및 향후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2FF07-034B-CEED-1638-21F911AC2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성과 요약</a:t>
            </a:r>
            <a:r>
              <a:rPr lang="en-US" altLang="ko-KR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자동화된 영상 개인정보 보호 시스템 구현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웹 기반 편집 기능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누구나 사용 가능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향후 계획</a:t>
            </a:r>
            <a:r>
              <a:rPr lang="en-US" altLang="ko-KR" sz="2400" dirty="0">
                <a:sym typeface="Wingdings" panose="05000000000000000000" pitchFamily="2" charset="2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>
                <a:sym typeface="Wingdings" panose="05000000000000000000" pitchFamily="2" charset="2"/>
              </a:rPr>
              <a:t>사용자 정의 객체 추가 기능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ko-KR" altLang="en-US" sz="2000" dirty="0">
                <a:sym typeface="Wingdings" panose="05000000000000000000" pitchFamily="2" charset="2"/>
              </a:rPr>
              <a:t>얼굴 외 객체</a:t>
            </a: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 err="1">
                <a:sym typeface="Wingdings" panose="05000000000000000000" pitchFamily="2" charset="2"/>
              </a:rPr>
              <a:t>번호판〮문서</a:t>
            </a:r>
            <a:r>
              <a:rPr lang="ko-KR" altLang="en-US" sz="2000" dirty="0">
                <a:sym typeface="Wingdings" panose="05000000000000000000" pitchFamily="2" charset="2"/>
              </a:rPr>
              <a:t> 등</a:t>
            </a:r>
            <a:r>
              <a:rPr lang="en-US" altLang="ko-KR" sz="2000" dirty="0">
                <a:sym typeface="Wingdings" panose="05000000000000000000" pitchFamily="2" charset="2"/>
              </a:rPr>
              <a:t>) </a:t>
            </a:r>
            <a:r>
              <a:rPr lang="ko-KR" altLang="en-US" sz="2000" dirty="0">
                <a:sym typeface="Wingdings" panose="05000000000000000000" pitchFamily="2" charset="2"/>
              </a:rPr>
              <a:t>탐지 추가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ko-KR" altLang="en-US" sz="2000" strike="sngStrike" dirty="0">
                <a:sym typeface="Wingdings" panose="05000000000000000000" pitchFamily="2" charset="2"/>
              </a:rPr>
              <a:t>자동 개인정보 요소 안내</a:t>
            </a:r>
            <a:endParaRPr lang="ko-KR" altLang="en-US" sz="2000" strike="sngStrike" dirty="0"/>
          </a:p>
        </p:txBody>
      </p:sp>
    </p:spTree>
    <p:extLst>
      <p:ext uri="{BB962C8B-B14F-4D97-AF65-F5344CB8AC3E}">
        <p14:creationId xmlns:p14="http://schemas.microsoft.com/office/powerpoint/2010/main" val="62523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0884C-A7EB-37DC-0D8F-7B61DD42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질의응답 </a:t>
            </a:r>
            <a:r>
              <a:rPr lang="en-US" altLang="ko-KR" dirty="0"/>
              <a:t>(</a:t>
            </a:r>
            <a:r>
              <a:rPr lang="ko-KR" altLang="en-US" dirty="0"/>
              <a:t>마무리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516EE-1A09-32D4-A648-E9E881DF6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ko-KR" altLang="en-US" dirty="0"/>
              <a:t>개인정보 보호</a:t>
            </a:r>
            <a:r>
              <a:rPr lang="en-US" altLang="ko-KR" dirty="0"/>
              <a:t>, </a:t>
            </a:r>
            <a:r>
              <a:rPr lang="ko-KR" altLang="en-US" dirty="0"/>
              <a:t>누구나 쉽게 할 수 있어야 합니다</a:t>
            </a:r>
            <a:r>
              <a:rPr lang="en-US" altLang="ko-KR" dirty="0"/>
              <a:t>.</a:t>
            </a:r>
          </a:p>
          <a:p>
            <a:pPr marL="0" indent="0" algn="ctr">
              <a:buNone/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80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396</Words>
  <Application>Microsoft Office PowerPoint</Application>
  <PresentationFormat>와이드스크린</PresentationFormat>
  <Paragraphs>74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자동 얼굴 블러 처리 기반 개인정보 보호 영상 편집 시스템</vt:lpstr>
      <vt:lpstr>문제 정의 &amp; 배경</vt:lpstr>
      <vt:lpstr>목표 및 핵심 아이디어</vt:lpstr>
      <vt:lpstr>시스템 개요 / 아키텍처</vt:lpstr>
      <vt:lpstr>주요 기능</vt:lpstr>
      <vt:lpstr>기술 스택</vt:lpstr>
      <vt:lpstr>구현 화면</vt:lpstr>
      <vt:lpstr>기대 효과 &amp; 활용 분야</vt:lpstr>
      <vt:lpstr>결론 및 향후 계획</vt:lpstr>
      <vt:lpstr>질의응답 (마무리)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윤성빈</dc:creator>
  <cp:lastModifiedBy>윤성빈</cp:lastModifiedBy>
  <cp:revision>9</cp:revision>
  <dcterms:created xsi:type="dcterms:W3CDTF">2025-09-24T09:06:19Z</dcterms:created>
  <dcterms:modified xsi:type="dcterms:W3CDTF">2025-09-25T15:50:08Z</dcterms:modified>
</cp:coreProperties>
</file>